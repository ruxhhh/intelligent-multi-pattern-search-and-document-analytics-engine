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Medium"/>
      <p:regular r:id="rId201315"/>
    </p:embeddedFont>
    <p:embeddedFont>
      <p:font typeface="Barlow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1.png"/><Relationship Id="rId12" Type="http://schemas.openxmlformats.org/officeDocument/2006/relationships/image" Target="../media/image-2-2.sv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718270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Intelligent Multi-Pattern Search and Document Analytics Engine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4200" y="3013571"/>
            <a:ext cx="676099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DSA Project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Department of Computer Science and Engineering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4200" y="3513733"/>
            <a:ext cx="2983929" cy="1625997"/>
          </a:xfrm>
          <a:prstGeom prst="roundRect">
            <a:avLst>
              <a:gd name="adj" fmla="val 4742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24100" y="3703638"/>
            <a:ext cx="260412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4100" y="4068762"/>
            <a:ext cx="2604129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 Ruchee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 PoojaSri Reddy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Oddiraju Sridhruthi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01680" y="3513733"/>
            <a:ext cx="2983929" cy="1625997"/>
          </a:xfrm>
          <a:prstGeom prst="roundRect">
            <a:avLst>
              <a:gd name="adj" fmla="val 4742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091580" y="3703638"/>
            <a:ext cx="260412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Institution : KLH University</a:t>
            </a:r>
            <a:endParaRPr lang="en-US" sz="1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B.Tech CSE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49473"/>
            <a:ext cx="1072329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Literature Review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34200" y="1025922"/>
            <a:ext cx="11332879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Existing approaches used for text and document searching: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264543"/>
            <a:ext cx="10723294" cy="7047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0565" y="1506835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91796" y="1394619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Naïve Pattern Matching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91796" y="1602680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Simple character-by-character comparison. Easy to implement but slow for large text.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044402"/>
            <a:ext cx="10723294" cy="7047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0565" y="2286695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91796" y="2174478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KMP Algorithm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91796" y="2382540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Uses a failure function to skip unnecessary comparisons, achieving O(n+m) time.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2824262"/>
            <a:ext cx="10723294" cy="7047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0565" y="3066554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291796" y="2954338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Rabin-Karp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291796" y="3162399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Uses rolling hashing for efficient pattern searching, ideal for multiple patterns.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3604121"/>
            <a:ext cx="10723294" cy="7047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0565" y="3846413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91796" y="3734197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Z-Function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291796" y="3942259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Computes prefix match lengths for every position, enabling fast pattern detection.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200" y="4383980"/>
            <a:ext cx="10723294" cy="7047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0565" y="4626273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5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291796" y="4514056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Suffix Array + LCP Array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291796" y="4722118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Supports fast text indexing and repeated searching in sorted suffix structures.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200" y="5163840"/>
            <a:ext cx="10723294" cy="70475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0565" y="5406132"/>
            <a:ext cx="176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6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91796" y="5293916"/>
            <a:ext cx="1003562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291796" y="5501977"/>
            <a:ext cx="10035626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Used for edit distance calculation and measuring document similarity.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34200" y="5953125"/>
            <a:ext cx="10723294" cy="355302"/>
          </a:xfrm>
          <a:prstGeom prst="roundRect">
            <a:avLst>
              <a:gd name="adj" fmla="val 13885"/>
            </a:avLst>
          </a:prstGeom>
          <a:solidFill>
            <a:srgbClr val="790709"/>
          </a:solidFill>
          <a:ln/>
        </p:spPr>
        <p:txBody>
          <a:bodyPr/>
          <a:p/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573" y="6062663"/>
            <a:ext cx="146741" cy="11737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15687" y="6057503"/>
            <a:ext cx="10834020" cy="1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Existing methods are effective for specific tasks, but our project combines multiple DSA techniques into one document search and analytics engine.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34008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Methodology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34200" y="1449685"/>
            <a:ext cx="1133287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follows a structured pipeline from document ingestion to final search results and performance analysis.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4200" y="1908076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4200" y="2185392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4200" y="2310606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4200" y="2652117"/>
            <a:ext cx="346403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Input text files or documents loaded into the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63829" y="1908076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3829" y="2185392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63829" y="2310606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63829" y="2652117"/>
            <a:ext cx="346403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Text cleaning, tokenization, and normalization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93458" y="1908076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93458" y="2185392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993458" y="2310606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Pattern Input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93458" y="2652117"/>
            <a:ext cx="346403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provides the search pattern or query string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4200" y="3492599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4200" y="3769916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4200" y="3895130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Algorithm Selection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4200" y="4236641"/>
            <a:ext cx="346403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selects the best algorithm based on pattern type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363829" y="3492599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63829" y="3769916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63829" y="3895130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Pattern Matching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63829" y="4236641"/>
            <a:ext cx="346403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Chosen algorithm searches for pattern occurrences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93458" y="3492599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993458" y="3769916"/>
            <a:ext cx="3464037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993458" y="3895130"/>
            <a:ext cx="346403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Document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93458" y="4236641"/>
            <a:ext cx="346403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Frequency count, position mapping, and similarity checks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4200" y="5077123"/>
            <a:ext cx="3487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07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34200" y="5354439"/>
            <a:ext cx="10723294" cy="19050"/>
          </a:xfrm>
          <a:prstGeom prst="rect">
            <a:avLst/>
          </a:prstGeom>
          <a:solidFill>
            <a:srgbClr val="F65F6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4200" y="5479653"/>
            <a:ext cx="1072329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Search Results &amp; Performance Analysis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4200" y="5821164"/>
            <a:ext cx="10723294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Output matches with timing and efficiency metrics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27645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Algorithm Techniques Used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343323"/>
            <a:ext cx="348745" cy="3487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1899146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Naïve Matching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4200" y="2240657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Basic character-by-character search. Used as a baseline for correctness comparison.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7620" y="1343323"/>
            <a:ext cx="348745" cy="3487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7620" y="1899146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KMP Algorithm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377620" y="2240657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 single-pattern search using the prefix function to skip redundant checks.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040" y="1343323"/>
            <a:ext cx="348745" cy="3487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21040" y="1899146"/>
            <a:ext cx="34364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Rabin-Karp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21040" y="2240657"/>
            <a:ext cx="34364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Hash-based search that efficiently handles multiple patterns in a single pass.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3116064"/>
            <a:ext cx="348745" cy="3487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4200" y="3671888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Z-Function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34200" y="4013398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Prefix-based matching that computes longest prefix lengths at each position.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7620" y="3116064"/>
            <a:ext cx="348745" cy="3487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7620" y="3671888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Multi-Pattern Matching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4377620" y="4013398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Searches for multiple patterns simultaneously across the entire document.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21040" y="3116064"/>
            <a:ext cx="348745" cy="3487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21040" y="3671888"/>
            <a:ext cx="34364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Suffix Array + LCP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021040" y="4013398"/>
            <a:ext cx="34364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Efficient text indexing for fast repeated searches on large documents.</a:t>
            </a:r>
            <a:endParaRPr lang="en-US" sz="13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200" y="4888805"/>
            <a:ext cx="348745" cy="34875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4200" y="5444629"/>
            <a:ext cx="343635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Dynamic Programming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734200" y="5786140"/>
            <a:ext cx="3436355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Calculates edit distance and measures similarity between two documents.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2026-08-17T15:42:00Z</dcterms:created>
  <dcterms:modified xsi:type="dcterms:W3CDTF">2026-08-17T15:42:00Z</dcterms:modified>
</cp:coreProperties>
</file>