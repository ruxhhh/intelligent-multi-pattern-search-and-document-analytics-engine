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3.svg" ContentType="image/svg+xml"/>
  <Override PartName="/ppt/media/image-10-5.svg" ContentType="image/svg+xml"/>
  <Override PartName="/ppt/media/image-10-7.svg" ContentType="image/svg+xml"/>
  <Override PartName="/ppt/media/image-3-3.svg" ContentType="image/svg+xml"/>
  <Override PartName="/ppt/media/image-8-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0015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 Multi-Pattern Search &amp; Document Analytics Engine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5556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Members: M Ruchee · SriDhruthi · Poojasri reddy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570611"/>
            <a:ext cx="3686182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346765" y="4627265"/>
            <a:ext cx="406895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DATA STRUCTURES AND ALGORITHMS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1834"/>
            <a:ext cx="6296860" cy="988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 with Basic String Search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233360" y="1728688"/>
            <a:ext cx="6296860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Searching for multiple patterns across large documents using naive methods requires repeated comparisons — becoming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increasingly inefficient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document size grows.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233360" y="2342257"/>
            <a:ext cx="6296860" cy="894259"/>
          </a:xfrm>
          <a:prstGeom prst="roundRect">
            <a:avLst>
              <a:gd name="adj" fmla="val 742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397861" y="2506762"/>
            <a:ext cx="5967859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Slow Repeated Search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397861" y="2839641"/>
            <a:ext cx="5967859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pattern scan re-traverses the document, multiplying cost.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33360" y="3368774"/>
            <a:ext cx="6296860" cy="894259"/>
          </a:xfrm>
          <a:prstGeom prst="roundRect">
            <a:avLst>
              <a:gd name="adj" fmla="val 742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397861" y="3533279"/>
            <a:ext cx="5967859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📄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Scaling Cost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397861" y="3866158"/>
            <a:ext cx="5967859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documents exponentially increase processing overhead.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33360" y="4395291"/>
            <a:ext cx="6296860" cy="894259"/>
          </a:xfrm>
          <a:prstGeom prst="roundRect">
            <a:avLst>
              <a:gd name="adj" fmla="val 742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97861" y="4559796"/>
            <a:ext cx="5967859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No Algorithm Comparison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397861" y="4892675"/>
            <a:ext cx="5967859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 cannot compare algorithm performance side-by-side.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33360" y="5421809"/>
            <a:ext cx="6296860" cy="894259"/>
          </a:xfrm>
          <a:prstGeom prst="roundRect">
            <a:avLst>
              <a:gd name="adj" fmla="val 742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397861" y="5586313"/>
            <a:ext cx="5967859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No Visualization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397861" y="5919192"/>
            <a:ext cx="5967859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 internals remain abstract and hard to understand.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9315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Solution: An Interactive Analytics Engine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21098"/>
            <a:ext cx="6226317" cy="33769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2189" y="1608237"/>
            <a:ext cx="353428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propose a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unified document search and analytics engine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applies advanced DSA techniques to: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5985" y="2561382"/>
            <a:ext cx="255085" cy="2550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54923" y="2556173"/>
            <a:ext cx="298154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Faster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8554923" y="2974975"/>
            <a:ext cx="298154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KMP, Rabin-Karp, and Z-Function eliminate redundant comparisons.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5985" y="3803501"/>
            <a:ext cx="255085" cy="2550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54923" y="3798292"/>
            <a:ext cx="298154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Compare Algorithms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8554923" y="4217095"/>
            <a:ext cx="298154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multiple algorithms on the same document and compare results.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5985" y="5045621"/>
            <a:ext cx="255085" cy="2550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54923" y="5040412"/>
            <a:ext cx="298154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Visualize Internals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8554923" y="5459214"/>
            <a:ext cx="298154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Step-by-step visualization makes algorithm behavior concrete.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98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11077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clean pipeline from document upload to intelligent analytics — each stage powered by a specific class of algorithms.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636" y="1702395"/>
            <a:ext cx="9238424" cy="39905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81165" y="4640713"/>
            <a:ext cx="1371739" cy="2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Pattern Input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3681165" y="4961622"/>
            <a:ext cx="1371739" cy="36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Specify single or multiple queries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203436" y="4390871"/>
            <a:ext cx="1371739" cy="4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Multi-Pattern Search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203436" y="4961622"/>
            <a:ext cx="1371739" cy="36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Suffix Array and LCP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924401" y="2062480"/>
            <a:ext cx="1371739" cy="49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Upload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924401" y="2633230"/>
            <a:ext cx="1371739" cy="36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 files into the pipeline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907873" y="2062480"/>
            <a:ext cx="1371739" cy="49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 &amp; Comparison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07873" y="2633230"/>
            <a:ext cx="1371739" cy="55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reports and benchmark results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64161" y="2062480"/>
            <a:ext cx="1371739" cy="49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 Selection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464161" y="2633230"/>
            <a:ext cx="1371739" cy="55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KMP, Rabin-Karp, Z-Function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1475" y="5846564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engine supports three core algorithm families: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String Matching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(KMP, Rabin-Karp, Z-Function),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Suffix Structures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(Suffix Array + LCP), and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Analytics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(match count, execution time, comparative charts).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325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UI / System Design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3192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interconnected sections form a cohesive, professional workspace — designed with glassmorphism, bento cards, and interactive algorithm visualizations.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049389"/>
            <a:ext cx="1117572" cy="690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976291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384973"/>
            <a:ext cx="25399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 of documents, search statistics, and algorithm performance at a glance.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3049389"/>
            <a:ext cx="1117572" cy="6906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97629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Workspace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384973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documents, enter patterns, select algorithms, and view highlighted matches.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3049389"/>
            <a:ext cx="1117572" cy="6906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97629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 Lab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384973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Step-by-step visualization, comparison tables, and complexity breakdowns.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3049389"/>
            <a:ext cx="1117572" cy="6906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97629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384973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counts, execution times, and side-by-side performance comparisons.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1 — Foundation </a:t>
            </a:r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(CO1)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11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548533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We Establish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09659" y="2967335"/>
            <a:ext cx="522691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 sets the theoretical groundwork. Before writing code, we classify the problem domain, evaluate computational complexity, and select the right algorithmic strategy.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9659" y="3915271"/>
            <a:ext cx="5226911" cy="1136055"/>
          </a:xfrm>
          <a:prstGeom prst="roundRect">
            <a:avLst>
              <a:gd name="adj" fmla="val 6289"/>
            </a:avLst>
          </a:prstGeom>
          <a:solidFill>
            <a:srgbClr val="E1E1EA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715" y="4146153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62392" y="4095452"/>
            <a:ext cx="45041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CO1 Focus: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Algorithm design principles, asymptotic analysis, and complexity evaluation form the backbone of every subsequent phase.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74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2 — Search Engine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(CO2)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1613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core string-matching layer — from naive comparison to advanced multi-pattern techniques.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927052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61475" y="307230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Naïve Search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48099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implementation for correctness validation.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7359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2927052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47359" y="307230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KMP &amp; Failure Function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347359" y="348099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Linear-time matching using prefix function to skip comparisons.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33244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33244" y="2927052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33244" y="307230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Z-Function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33244" y="348099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Z-array based pattern matching with O(n) preprocessing.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1475" y="441652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712395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1475" y="485765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Rabin-Karp &amp; Hashing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5266333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Rolling hash enables efficient multi-pattern detection.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190301" y="441652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0301" y="4712395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90301" y="485765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Suffix Array + LCP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190301" y="5266333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Sorted suffix structure for fast substring queries and analytics.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93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3 — Dynamic Programming </a:t>
            </a:r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(CO2–CO3)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578199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DP Framework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2965748"/>
            <a:ext cx="354926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build from core DP concepts — overlapping subproblems and optimal substructure — to full sequence alignment algorithms.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8588" y="1453356"/>
            <a:ext cx="5888287" cy="333672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97264"/>
            <a:ext cx="3531901" cy="11677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7354" y="5276949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Edit Distance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17354" y="5609828"/>
            <a:ext cx="309634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Wagner-Fischer algorithm for minimum edit operations.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9897" y="5097264"/>
            <a:ext cx="3531901" cy="11677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85776" y="5276949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Sequence Alignment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4585776" y="5609828"/>
            <a:ext cx="309634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Needleman-Wunsch (global) and Smith-Waterman (local).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8319" y="5097264"/>
            <a:ext cx="3531901" cy="11677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54198" y="5276949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DP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254198" y="5609828"/>
            <a:ext cx="309634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Interval DP, Bitmask DP, and Traveling Salesman Problem.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515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4 — Flow &amp; Matching </a:t>
            </a:r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(CO4)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078607"/>
            <a:ext cx="1086874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final algorithmic layer covers network flow theory and combinatorial matching problems.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0" y="1722338"/>
            <a:ext cx="4455207" cy="44553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95074" y="3036788"/>
            <a:ext cx="52414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Algorithms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95074" y="3416201"/>
            <a:ext cx="5241496" cy="153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Ford-Fulkerson</a:t>
            </a:r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Augmenting path method for max flow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Edmonds-Karp</a:t>
            </a:r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BFS-based improvement with guaranteed termination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Max-Flow Min-Cut</a:t>
            </a:r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Theoretical foundation linking flow and cut capacity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Bipartite Matching</a:t>
            </a:r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Real-world assignment and scheduling problems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31962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Expected Outcome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638796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unified interactive engine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fast multi-pattern searching, document analysis, and visualization of CO1–CO4 DSA algorithms — built for both performance and learning.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1475" y="2267843"/>
            <a:ext cx="3080169" cy="1998563"/>
          </a:xfrm>
          <a:prstGeom prst="roundRect">
            <a:avLst>
              <a:gd name="adj" fmla="val 337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8456" y="2434828"/>
            <a:ext cx="481993" cy="482005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09" y="2567384"/>
            <a:ext cx="216887" cy="2168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8456" y="3053358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28456" y="3386237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multiple patterns efficiently using KMP, Rabin-Karp, and Z-Function on large documents.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878165" y="2267843"/>
            <a:ext cx="3080169" cy="1998563"/>
          </a:xfrm>
          <a:prstGeom prst="roundRect">
            <a:avLst>
              <a:gd name="adj" fmla="val 337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045146" y="2434828"/>
            <a:ext cx="481993" cy="482005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7699" y="2567384"/>
            <a:ext cx="216887" cy="2168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45146" y="3053358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045146" y="3386237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match distributions, execution times, and compare algorithm performance side-by-side.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61475" y="4402931"/>
            <a:ext cx="6296860" cy="1523107"/>
          </a:xfrm>
          <a:prstGeom prst="roundRect">
            <a:avLst>
              <a:gd name="adj" fmla="val 443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28456" y="4569916"/>
            <a:ext cx="481993" cy="482005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009" y="4702473"/>
            <a:ext cx="216887" cy="2168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8456" y="5188446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Learning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28456" y="5521325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every algorithm step-by-step — from failure functions to flow networks.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2026-09-18T03:58:22Z</dcterms:created>
  <dcterms:modified xsi:type="dcterms:W3CDTF">2026-09-18T03:58:22Z</dcterms:modified>
</cp:coreProperties>
</file>